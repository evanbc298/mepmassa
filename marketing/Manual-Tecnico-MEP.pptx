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m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me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mep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con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cont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