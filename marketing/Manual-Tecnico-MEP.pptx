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vanb\AppData\Local\Temp\claude\c--Users-evanb-Desktop-MEPMASSA\7d99f6dd-9b24-4636-8d02-9111089dae2a\scratchpad\manual-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2026-07-29T02:15:41Z</dcterms:created>
  <dcterms:modified xsi:type="dcterms:W3CDTF">2026-07-29T02:15:41Z</dcterms:modified>
</cp:coreProperties>
</file>