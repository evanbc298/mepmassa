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-c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-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-me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-mep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-mep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-mep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-consu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-cont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